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214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₹54,000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(₹2,721 for one). The production retrofit module is designed at about ₹54,000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[assistance journeys in a first-year pilot at one terminal]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[passengers per attendant using caravan mode — simulated, not yet measured]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[attendant jobs replaced — these are posts airports cannot fill today]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