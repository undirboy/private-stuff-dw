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292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in a first-year pilot at one terminal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passengers per attendant in caravan mode — simulated, not yet measured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attendant jobs replaced — these are posts airports cannot fill today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