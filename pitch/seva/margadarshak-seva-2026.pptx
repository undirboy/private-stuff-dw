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0742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Fill every field exactly as entered in the online application form so reviewers can match the deck to the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Reviewers look for a clearly defined, real and significant problem backed by evidence. One strong statistic is better than many weak ones. Cite the source for every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clearly how the solution addresses the problem on Slide 2. Compare against what exists today — reviewers score originality and relevance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realistic. A clear, costed plan with an identified adopting department scores better than an ambitious but vague one. Mention any validation already done (tests, user feedback, certifications).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Quantify impact wherever possible and state your assumptions. Where relevant, link the solution to an existing Government scheme, mission or the Sustainable Development Goals.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only active team members. Be specific about the support requested — it helps the organisers match you with the right mentor, department or incubator.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•  REFERENCE PITCH DECK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Margadarshak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wheelchair that takes airport passengers to their gate by itself — built for Indian airports, at a fraction of the imported cost.</a:t>
            </a:r>
            <a:endParaRPr lang="en-US" sz="1200" dirty="0"/>
          </a:p>
        </p:txBody>
      </p:sp>
      <p:pic>
        <p:nvPicPr>
          <p:cNvPr id="5" name="Picture 4" descr="cha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103120"/>
            <a:ext cx="3840480" cy="21503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4370832"/>
            <a:ext cx="3840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C3CAE0"/>
                </a:solidFill>
              </a:rPr>
              <a:t>the guide line it follows, laid into the terminal floor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8620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F28C28"/>
                </a:solidFill>
              </a:rPr>
              <a:t>Proof of concept</a:t>
            </a:r>
          </a:p>
          <a:p>
            <a:r>
              <a:rPr sz="950" b="0">
                <a:solidFill>
                  <a:srgbClr val="C3CAE0"/>
                </a:solidFill>
              </a:rPr>
              <a:t>Dispatcher built and tested — 338 automated tests. Demonstrator fleet costed at ₹4,759. Nothing has yet carried a passenger.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real challenge in society, government service or industry are you solving?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2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is the problem?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Indian airports must provide wheelchair assistance free of charge, and do not have the attendants to deliver it. The root cause is arithmetic, not goodwill: demand is unpredictable and staffing for the peak is unaffordable.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352044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affected, and where?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Elderly passengers, persons with disabilities, and women travelling alone — at Goa's two airports, Dabolim and Manohar International, Mopa. Worst affected are those who do not read English, since every fallback is an English sign.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59436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DGCA CAR Section 3, Series M, Part I requires airports and airlines to provide assistance free of charge. The figure opposite is our own estimate — roughly 1 in 100 passengers against AAI's published traffic for both airports — and we flag it as an estimate until a pilot measures it.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8328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352044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gaps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Assistance today is a person pushing a chair. Once they set off they cannot be told the gate moved, and a passenger delivered to a gate is stranded until somebody remembers them. Imported autonomous chairs exist, but not at a price Indian airports can meet.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309360" y="1188720"/>
            <a:ext cx="2377440" cy="3429000"/>
          </a:xfrm>
          <a:prstGeom prst="roundRect">
            <a:avLst>
              <a:gd name="adj" fmla="val 3846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6400800" y="1508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~1,00,000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22860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assistance journeys a year across Goa's two airports (our estimate)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3383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missed flight — and the indignity of asking a stranger for help, then waiting without knowing if anyone is coming.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&amp; Innovation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have you built or designed, how does it work, and what is new about it?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3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in brief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81328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passenger scans their boarding pass and sits down. The barcode names the flight; a laptop on the premises looks up the gate live and sends a chair. The chair follows a guide line laid into the floor, obeys a speed limit, and stops for obstacles.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377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8595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8595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</a:t>
            </a:r>
            <a:endParaRPr lang="en-US" sz="1120" dirty="0"/>
          </a:p>
        </p:txBody>
      </p:sp>
      <p:sp>
        <p:nvSpPr>
          <p:cNvPr id="13" name="Text 11"/>
          <p:cNvSpPr txBox="1"/>
          <p:nvPr/>
        </p:nvSpPr>
        <p:spPr>
          <a:xfrm>
            <a:off x="5303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Input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Passenger scans their boarding pass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6276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8288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22311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22311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120" dirty="0"/>
          </a:p>
        </p:txBody>
      </p:sp>
      <p:sp>
        <p:nvSpPr>
          <p:cNvPr id="19" name="Text 17"/>
          <p:cNvSpPr txBox="1"/>
          <p:nvPr/>
        </p:nvSpPr>
        <p:spPr>
          <a:xfrm>
            <a:off x="19019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Process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9202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Dispatcher finds the live gate, sends the nearest chair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29992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32004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36027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 txBox="1"/>
          <p:nvPr/>
        </p:nvSpPr>
        <p:spPr>
          <a:xfrm>
            <a:off x="36027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120" dirty="0"/>
          </a:p>
        </p:txBody>
      </p:sp>
      <p:sp>
        <p:nvSpPr>
          <p:cNvPr id="25" name="Text 23"/>
          <p:cNvSpPr txBox="1"/>
          <p:nvPr/>
        </p:nvSpPr>
        <p:spPr>
          <a:xfrm>
            <a:off x="32735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Output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2918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Chair follows the floor line, re-routing if the gate moves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75488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makes it new?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536192"/>
          <a:ext cx="3931920" cy="192024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Existing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Our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Cost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Attendant per trip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₹58,000 per chair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Speed / time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Unpredictable wait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Pre-positioned; wait reported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Reach / access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English signage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4 languages, Konkani first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Ease of use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Ask, then depend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Scan, then sit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4754880" y="36118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Key USP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754880" y="38862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When the airline moves a gate, the chair knows and re-routes mid-journey. A person pushing a wheelchair cannot — they set off committed, and nobody tells them. No patent filed.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4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Feasibility &amp; Implementation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ready is the solution, and what will it take to implement it on the ground?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4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704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stage (mark ✔ where you are today)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1783080"/>
            <a:ext cx="7315200" cy="0"/>
          </a:xfrm>
          <a:prstGeom prst="line">
            <a:avLst/>
          </a:prstGeom>
          <a:noFill/>
          <a:ln w="25400">
            <a:solidFill>
              <a:srgbClr val="C3CAE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7589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 txBox="1"/>
          <p:nvPr/>
        </p:nvSpPr>
        <p:spPr>
          <a:xfrm>
            <a:off x="1828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Idea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87752" y="1627632"/>
            <a:ext cx="310896" cy="310896"/>
          </a:xfrm>
          <a:prstGeom prst="ellipse">
            <a:avLst/>
          </a:prstGeom>
          <a:solidFill>
            <a:srgbClr val="F28C28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20116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Proof of Concept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165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38404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Working Prototype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453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56692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Field Pilot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741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74980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Ready to Deploy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Technology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ESP32 controller, IR line sensors, ultrasonic obstacle stop, 2S lithium pack, 4 mm MDF chassis. Dispatcher in Python on one laptop — standard library only, no cloud and no network calls.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56032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269748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Estimated cost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69748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₹4,759 for two demonstrator chairs (₹2,801 for one). The production retrofit module is designed at about ₹58,000 per chair. A terminal pilot needs chairs, floor marking and a survey.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480060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Timeline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80060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 months: two chairs running a taped guide path at the December exhibition. 6 months: a supervised trial in one terminal zone. 12 months: a measured pilot with an airport operator.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76656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 txBox="1"/>
          <p:nvPr/>
        </p:nvSpPr>
        <p:spPr>
          <a:xfrm>
            <a:off x="690372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Partners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90372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Airports Authority of India (Dabolim) and Manohar International Airport, Mopa. Not yet approached: the regulatory position needs a competent authority, which is part of what we are asking for.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5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Impact &amp; Scalability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change will your solution create, and how can it grow beyond the first location?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5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48640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~2,000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Beneficiaries reached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assistance journeys in a first-year pilot at one terminal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64408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3355848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3×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3355848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Saving in cost / time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355848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passengers per attendant in caravan mode — simulated, not yet measured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71616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6163056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0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163056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Jobs or livelihoods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163056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attendant jobs replaced — these are posts airports cannot fill today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Social impact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Independence for passengers who today must ask a stranger for help and then depend on them. Konkani and Marathi before English, so the service reaches the people the current one fails. Nobody is left waiting at a gate to be remembered.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64408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3401568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Sustainability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401568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Bought by the airport operator against an obligation it already carries, then maintained. No cloud fees, no vendor account and no per-journey licence — it runs on one laptop on the premises, and the airport owns and edits its own map.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71616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6208776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Scale-up plan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208776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guide path is tape and floor tags; the map is JSON the airport edits itself. Replicating means surveying a terminal, not rebuilding software. The same system fits railway stations — a far larger Indian problem.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Team/Individual &amp; Support Required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behind the idea, and what help do you need from the Challenge?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434340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594360" y="137160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Photo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3533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Aatriv Thosar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1609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Team Lead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1828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[Your qualification / course]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120640" y="1188720"/>
            <a:ext cx="356616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 txBox="1"/>
          <p:nvPr/>
        </p:nvSpPr>
        <p:spPr>
          <a:xfrm>
            <a:off x="5303520" y="1325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Support we are seeking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349240" y="1764792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 txBox="1"/>
          <p:nvPr/>
        </p:nvSpPr>
        <p:spPr>
          <a:xfrm>
            <a:off x="5669280" y="17373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Mentorship &amp; technical guidance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349240" y="2148840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 txBox="1"/>
          <p:nvPr/>
        </p:nvSpPr>
        <p:spPr>
          <a:xfrm>
            <a:off x="5669280" y="21214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Pilot with a government department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349240" y="2532888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 txBox="1"/>
          <p:nvPr/>
        </p:nvSpPr>
        <p:spPr>
          <a:xfrm>
            <a:off x="5669280" y="250545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Funding / grant support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349240" y="2916936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 txBox="1"/>
          <p:nvPr/>
        </p:nvSpPr>
        <p:spPr>
          <a:xfrm>
            <a:off x="5669280" y="288950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Incubation &amp; workspace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349240" y="3300984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 txBox="1"/>
          <p:nvPr/>
        </p:nvSpPr>
        <p:spPr>
          <a:xfrm>
            <a:off x="5669280" y="327355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Testing, certification or IP support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5303520" y="3703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Certification and a clear regulatory position are what stand between a working dispatcher and a chair that may legally carry a passenger.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4343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Thank you  |  aatriv38@gmail.com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6 of 6</a:t>
            </a:r>
            <a:endParaRPr lang="en-US" sz="800" dirty="0"/>
          </a:p>
        </p:txBody>
      </p:sp>
      <p:pic>
        <p:nvPicPr>
          <p:cNvPr id="46" name="Picture 45" descr="cha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606040"/>
            <a:ext cx="2651760" cy="148474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1008</Words>
  <Application>Microsoft Office PowerPoint</Application>
  <PresentationFormat>On-screen Show (16:9)</PresentationFormat>
  <Paragraphs>138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Nirmala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Seva Innovation Challenge – Reference Pitch Deck</dc:title>
  <dc:subject>PptxGenJS Presentation</dc:subject>
  <dc:creator>PptxGenJS</dc:creator>
  <cp:lastModifiedBy>ceo_ispark@mssu.ac.in</cp:lastModifiedBy>
  <cp:revision>4</cp:revision>
  <dcterms:created xsi:type="dcterms:W3CDTF">2026-09-23T13:40:13Z</dcterms:created>
  <dcterms:modified xsi:type="dcterms:W3CDTF">2026-09-23T13:46:30Z</dcterms:modified>
</cp:coreProperties>
</file>