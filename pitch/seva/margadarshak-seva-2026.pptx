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REFERENCE PITCH DECK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Margadarshak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wheelchair that takes airport passengers to their gate by itself — built for Indian airports, at a fraction of the imported cost.</a:t>
            </a:r>
            <a:endParaRPr lang="en-US" sz="1200" dirty="0"/>
          </a:p>
        </p:txBody>
      </p:sp>
      <p:pic>
        <p:nvPicPr>
          <p:cNvPr id="5" name="Picture 4" descr="c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103120"/>
            <a:ext cx="3840480" cy="2150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370832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C3CAE0"/>
                </a:solidFill>
              </a:rPr>
              <a:t>the guide line it follows, laid into the terminal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8C28"/>
                </a:solidFill>
              </a:rPr>
              <a:t>Proof of concept</a:t>
            </a:r>
          </a:p>
          <a:p>
            <a:r>
              <a:rPr sz="950" b="0">
                <a:solidFill>
                  <a:srgbClr val="C3CAE0"/>
                </a:solidFill>
              </a:rPr>
              <a:t>Dispatcher built and tested — 226 automated tests. Demonstrator fleet costed at ₹4,679. Nothing has yet carried a passenger.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Indian airports must provide wheelchair assistance free of charge, and do not have the attendants to deliver it. The root cause is arithmetic, not goodwill: demand is unpredictable and staffing for the peak is unaffordable.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Elderly passengers, persons with disabilities, and women travelling alone — at Goa's two airports, Dabolim and Manohar International, Mopa. Worst affected are those who do not read English, since every fallback is an English sign.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DGCA CAR Section 3, Series M, Part I requires airports and airlines to provide assistance free of charge. The figure opposite is our own estimate — roughly 1 in 100 passengers against AAI's published traffic for both airports — and we flag it as an estimate until a pilot measures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Assistance today is a person pushing a chair. Once they set off they cannot be told the gate moved, and a passenger delivered to a gate is stranded until somebody remembers them. Imported autonomous chairs exist, but not at a price Indian airports can meet.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~1,00,000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assistance journeys a year across Goa's two airports (our estimate)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missed flight — and the indignity of asking a stranger for help, then waiting without knowing if anyone is coming.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passenger scans their boarding pass and sits down. The barcode names the flight; a laptop on the premises looks up the gate live and sends a chair. The chair follows a guide line laid into the floor, obeys a speed limit, and stops for obstacles.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Passenger scans their boarding pass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Dispatcher finds the live gate, sends the nearest chair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Chair follows the floor line, re-routing if the gate moves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Attendant per trip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₹54,000 per chair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Unpredictable wait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Pre-positioned; wait reported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English signage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4 languages, Konkani first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Ask, then depend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Scan, then sit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When the airline moves a gate, the chair knows and re-routes mid-journey. A person pushing a wheelchair cannot — they set off committed, and nobody tells them. No patent filed.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ESP32 controller, IR line sensors, ultrasonic obstacle stop, 2S lithium pack, 4 mm MDF chassis. Dispatcher in Python on one laptop — standard library only, no cloud and no network calls.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₹4,679 for two demonstrator chairs (₹2,721 for one). The production retrofit module is designed at about ₹54,000 per chair. A terminal pilot needs chairs, floor marking and a survey.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two chairs running a taped guide path at the December exhibition. 6 months: a supervised trial in one terminal zone. 12 months: a measured pilot with an airport operator.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Airports Authority of India (Dabolim) and Manohar International Airport, Mopa. Not yet approached: the regulatory position needs a competent authority, which is part of what we are asking for.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~2,000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Beneficiaries reached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[assistance journeys in a first-year pilot at one terminal]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3×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cost /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[passengers per attendant using caravan mode — simulated, not yet measured]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Jobs or livelihoods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[attendant jobs replaced — these are posts airports cannot fill today]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Independence for passengers who today must ask a stranger for help and then depend on them. Konkani and Marathi before English, so the service reaches the people the current one fails. Nobody is left waiting at a gate to be remembered.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Bought by the airport operator against an obligation it already carries, then maintained. No cloud fees, no vendor account and no per-journey licence — it runs on one laptop on the premises, and the airport owns and edits its own map.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guide path is tape and floor tags; the map is JSON the airport edits itself. Replicating means surveying a terminal, not rebuilding software. The same system fits railway stations — a far larger Indian problem.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34340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Photo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Aatriv Thosar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[Your qualification / course]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 &amp; technical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a government department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Funding / grant support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Incubation &amp; workspace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certification or IP support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Certification and a clear regulatory position are what stand between a working dispatcher and a chair that may legally carry a passenger.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aatriv38@gmail.com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pic>
        <p:nvPicPr>
          <p:cNvPr id="46" name="Picture 45" descr="c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06040"/>
            <a:ext cx="2651760" cy="14847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